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/>
              <a:t>ShadowTag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Series A Investor Deck | Q2 2026</a:t>
            </a:r>
          </a:p>
          <a:p>
            <a:r>
              <a:t>Transforming Legal Compliance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$4.2B annual spend on manual legal compliance</a:t>
            </a:r>
          </a:p>
          <a:p>
            <a:r>
              <a:t>73% of privilege reviews contain errors</a:t>
            </a:r>
          </a:p>
          <a:p>
            <a:r>
              <a:t>Average 42 days per compliance audit</a:t>
            </a:r>
          </a:p>
          <a:p>
            <a:r>
              <a:t>Zero AI-native solutions with Kovel doctrine expertise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KovelAI: First AI-powered Kovel privilege automation</a:t>
            </a:r>
          </a:p>
          <a:p>
            <a:r>
              <a:t>• Automated privilege classification (98.7% accuracy)</a:t>
            </a:r>
          </a:p>
          <a:p>
            <a:r>
              <a:t>• Real-time compliance monitoring</a:t>
            </a:r>
          </a:p>
          <a:p>
            <a:r>
              <a:t>• Document review in minutes, not weeks</a:t>
            </a:r>
          </a:p>
          <a:p>
            <a:r>
              <a:t>• Built on Gemini 3.1 Flash with ShadowTag Shield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$45K MRR → $340K projected EOY</a:t>
            </a:r>
          </a:p>
          <a:p>
            <a:r>
              <a:t>Users: 1,200 (47% M/M growth)</a:t>
            </a:r>
          </a:p>
          <a:p>
            <a:r>
              <a:t>Enterprise pipeline: $2.1M ARR in LOIs</a:t>
            </a:r>
          </a:p>
          <a:p>
            <a:r>
              <a:t>Net Revenue Retention: 142%</a:t>
            </a:r>
          </a:p>
          <a:p>
            <a:r>
              <a:t>Churn: 2.1% (industry avg: 5.4%)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$12M Series A</a:t>
            </a:r>
          </a:p>
          <a:p>
            <a:r>
              <a:t>• 18 months runway at current burn</a:t>
            </a:r>
          </a:p>
          <a:p>
            <a:r>
              <a:t>• Deploy Go Shield infrastructure (Cloud Run)</a:t>
            </a:r>
          </a:p>
          <a:p>
            <a:r>
              <a:t>• Expand to 30 legal verticals</a:t>
            </a:r>
          </a:p>
          <a:p>
            <a:r>
              <a:t>• EU26 compliance package launch</a:t>
            </a:r>
          </a:p>
          <a:p/>
          <a:p>
            <a:pPr algn="ctr"/>
            <a:r>
              <a:t>Contact: erik@shadowtagai.com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